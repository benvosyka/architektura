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158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C1D4A-A796-47C3-A63E-CE236FB377E2}" type="datetimeFigureOut">
              <a:rPr lang="cs-CZ" smtClean="0"/>
              <a:t>10.10.2022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7A5DF-1266-40EA-9282-1E66B9DE06C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Základní stavební kameny digitálních obvodů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Petr Františ</a:t>
            </a:r>
          </a:p>
          <a:p>
            <a:r>
              <a:rPr lang="cs-CZ" dirty="0" smtClean="0"/>
              <a:t>UO Brno K-209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9658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Základní hradla</a:t>
            </a:r>
            <a:endParaRPr lang="cs-CZ" dirty="0"/>
          </a:p>
        </p:txBody>
      </p:sp>
      <p:pic>
        <p:nvPicPr>
          <p:cNvPr id="5" name="Obrázek 4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14" y="2028629"/>
            <a:ext cx="8532261" cy="428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1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AND a OR</a:t>
            </a:r>
            <a:endParaRPr lang="cs-CZ" dirty="0"/>
          </a:p>
        </p:txBody>
      </p:sp>
      <p:pic>
        <p:nvPicPr>
          <p:cNvPr id="5" name="Obrázek 4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986" y="1556791"/>
            <a:ext cx="1400371" cy="1343213"/>
          </a:xfrm>
          <a:prstGeom prst="rect">
            <a:avLst/>
          </a:prstGeom>
        </p:spPr>
      </p:pic>
      <p:pic>
        <p:nvPicPr>
          <p:cNvPr id="6" name="Obrázek 5" descr="Výřez obrazovk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858" y="4437112"/>
            <a:ext cx="1475499" cy="1343213"/>
          </a:xfrm>
          <a:prstGeom prst="rect">
            <a:avLst/>
          </a:prstGeom>
        </p:spPr>
      </p:pic>
      <p:pic>
        <p:nvPicPr>
          <p:cNvPr id="7" name="Obrázek 6" descr="Výřez obrazovk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28" y="1268760"/>
            <a:ext cx="5040560" cy="528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2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Polovodičové AND</a:t>
            </a:r>
            <a:endParaRPr lang="cs-CZ" dirty="0"/>
          </a:p>
        </p:txBody>
      </p:sp>
      <p:pic>
        <p:nvPicPr>
          <p:cNvPr id="3" name="Obrázek 2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340768"/>
            <a:ext cx="2000529" cy="1848108"/>
          </a:xfrm>
          <a:prstGeom prst="rect">
            <a:avLst/>
          </a:prstGeom>
        </p:spPr>
      </p:pic>
      <p:pic>
        <p:nvPicPr>
          <p:cNvPr id="4" name="Obrázek 3" descr="Výřez obrazovk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51" y="1340768"/>
            <a:ext cx="3427242" cy="503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8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Polovodičové OR</a:t>
            </a:r>
            <a:endParaRPr lang="cs-CZ" dirty="0"/>
          </a:p>
        </p:txBody>
      </p:sp>
      <p:pic>
        <p:nvPicPr>
          <p:cNvPr id="3" name="Obrázek 2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68760"/>
            <a:ext cx="1943371" cy="1895740"/>
          </a:xfrm>
          <a:prstGeom prst="rect">
            <a:avLst/>
          </a:prstGeom>
        </p:spPr>
      </p:pic>
      <p:pic>
        <p:nvPicPr>
          <p:cNvPr id="4" name="Obrázek 3" descr="Výřez obrazovk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268760"/>
            <a:ext cx="3993301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8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Polovodičové NOT</a:t>
            </a:r>
            <a:endParaRPr lang="cs-CZ" dirty="0"/>
          </a:p>
        </p:txBody>
      </p:sp>
      <p:pic>
        <p:nvPicPr>
          <p:cNvPr id="3" name="Obrázek 2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340768"/>
            <a:ext cx="1944216" cy="2232248"/>
          </a:xfrm>
          <a:prstGeom prst="rect">
            <a:avLst/>
          </a:prstGeom>
        </p:spPr>
      </p:pic>
      <p:pic>
        <p:nvPicPr>
          <p:cNvPr id="4" name="Obrázek 3" descr="Výřez obrazovk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340768"/>
            <a:ext cx="4631666" cy="434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6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Polovodičové NAND</a:t>
            </a:r>
            <a:endParaRPr lang="cs-CZ" dirty="0"/>
          </a:p>
        </p:txBody>
      </p:sp>
      <p:pic>
        <p:nvPicPr>
          <p:cNvPr id="3" name="Obrázek 2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7" y="1268760"/>
            <a:ext cx="2730243" cy="2664296"/>
          </a:xfrm>
          <a:prstGeom prst="rect">
            <a:avLst/>
          </a:prstGeom>
        </p:spPr>
      </p:pic>
      <p:pic>
        <p:nvPicPr>
          <p:cNvPr id="5" name="Obrázek 4" descr="Výřez obrazovk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1268760"/>
            <a:ext cx="3462826" cy="528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Univerzální hradlo NAND</a:t>
            </a:r>
            <a:endParaRPr lang="cs-CZ" dirty="0"/>
          </a:p>
        </p:txBody>
      </p:sp>
      <p:pic>
        <p:nvPicPr>
          <p:cNvPr id="3" name="Obrázek 2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28800"/>
            <a:ext cx="8380320" cy="499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6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Hradlo XOR</a:t>
            </a:r>
            <a:endParaRPr lang="cs-CZ" dirty="0"/>
          </a:p>
        </p:txBody>
      </p:sp>
      <p:pic>
        <p:nvPicPr>
          <p:cNvPr id="3" name="Obrázek 2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40768"/>
            <a:ext cx="2232248" cy="2163914"/>
          </a:xfrm>
          <a:prstGeom prst="rect">
            <a:avLst/>
          </a:prstGeom>
        </p:spPr>
      </p:pic>
      <p:pic>
        <p:nvPicPr>
          <p:cNvPr id="4" name="Obrázek 3" descr="Výřez obrazovk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780928"/>
            <a:ext cx="5904656" cy="306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1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Kombinační obvody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Tvořené </a:t>
            </a:r>
            <a:r>
              <a:rPr lang="cs-CZ" dirty="0" smtClean="0"/>
              <a:t>základními hradly</a:t>
            </a:r>
          </a:p>
          <a:p>
            <a:r>
              <a:rPr lang="cs-CZ" dirty="0" smtClean="0"/>
              <a:t>Využívají </a:t>
            </a:r>
            <a:r>
              <a:rPr lang="cs-CZ" dirty="0" err="1" smtClean="0"/>
              <a:t>boolovské</a:t>
            </a:r>
            <a:r>
              <a:rPr lang="cs-CZ" dirty="0" smtClean="0"/>
              <a:t> algebry – binární logiky</a:t>
            </a:r>
          </a:p>
          <a:p>
            <a:r>
              <a:rPr lang="cs-CZ" dirty="0" smtClean="0"/>
              <a:t>Nemají vnitřní stav</a:t>
            </a:r>
          </a:p>
          <a:p>
            <a:r>
              <a:rPr lang="cs-CZ" dirty="0" smtClean="0"/>
              <a:t>Základem aritmeticko-logických jednotek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8832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63" y="842601"/>
            <a:ext cx="6973274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1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784" y="747338"/>
            <a:ext cx="7030432" cy="536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7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94" y="747338"/>
            <a:ext cx="7240011" cy="5363324"/>
          </a:xfrm>
          <a:prstGeom prst="rect">
            <a:avLst/>
          </a:prstGeom>
        </p:spPr>
      </p:pic>
      <p:sp>
        <p:nvSpPr>
          <p:cNvPr id="3" name="TextovéPole 2"/>
          <p:cNvSpPr txBox="1"/>
          <p:nvPr/>
        </p:nvSpPr>
        <p:spPr>
          <a:xfrm>
            <a:off x="4211960" y="2996952"/>
            <a:ext cx="23042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cs-CZ" sz="2000" dirty="0" smtClean="0"/>
              <a:t>do vyššího řádu</a:t>
            </a: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222937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47" y="756864"/>
            <a:ext cx="7201906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7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468" y="847364"/>
            <a:ext cx="6897063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6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Klopné obvody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Zaznamenávají stav (0/1)</a:t>
            </a:r>
          </a:p>
          <a:p>
            <a:r>
              <a:rPr lang="cs-CZ" dirty="0" smtClean="0"/>
              <a:t>Několik typů (S-R,D,J-K,T)</a:t>
            </a:r>
          </a:p>
          <a:p>
            <a:r>
              <a:rPr lang="cs-CZ" dirty="0" smtClean="0"/>
              <a:t>Tvořeny hradly</a:t>
            </a:r>
          </a:p>
          <a:p>
            <a:r>
              <a:rPr lang="cs-CZ" dirty="0" smtClean="0"/>
              <a:t>Základ sekvenční logiky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5123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J-K klopný obvod</a:t>
            </a:r>
            <a:endParaRPr lang="cs-CZ" dirty="0"/>
          </a:p>
        </p:txBody>
      </p:sp>
      <p:pic>
        <p:nvPicPr>
          <p:cNvPr id="3" name="Obrázek 2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68760"/>
            <a:ext cx="2324425" cy="2029108"/>
          </a:xfrm>
          <a:prstGeom prst="rect">
            <a:avLst/>
          </a:prstGeom>
        </p:spPr>
      </p:pic>
      <p:pic>
        <p:nvPicPr>
          <p:cNvPr id="4" name="Obrázek 3" descr="Výřez obrazovk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321154"/>
            <a:ext cx="3429479" cy="1924319"/>
          </a:xfrm>
          <a:prstGeom prst="rect">
            <a:avLst/>
          </a:prstGeom>
        </p:spPr>
      </p:pic>
      <p:pic>
        <p:nvPicPr>
          <p:cNvPr id="5" name="Obrázek 4" descr="Výřez obrazovk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766" y="3501008"/>
            <a:ext cx="4830474" cy="321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26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Posuvný registr</a:t>
            </a:r>
            <a:endParaRPr lang="cs-CZ" dirty="0"/>
          </a:p>
        </p:txBody>
      </p:sp>
      <p:pic>
        <p:nvPicPr>
          <p:cNvPr id="4" name="Obrázek 3" descr="Výřez obrazovk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340768"/>
            <a:ext cx="4410691" cy="1724266"/>
          </a:xfrm>
          <a:prstGeom prst="rect">
            <a:avLst/>
          </a:prstGeom>
        </p:spPr>
      </p:pic>
      <p:pic>
        <p:nvPicPr>
          <p:cNvPr id="5" name="Obrázek 4" descr="Výřez obrazovk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004" y="3212976"/>
            <a:ext cx="4400423" cy="244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7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7E5D222B10D8C4FBF9815C9FA89D243" ma:contentTypeVersion="3" ma:contentTypeDescription="Vytvoří nový dokument" ma:contentTypeScope="" ma:versionID="2572a5eb1e884d6eca9061fb577d60f6">
  <xsd:schema xmlns:xsd="http://www.w3.org/2001/XMLSchema" xmlns:xs="http://www.w3.org/2001/XMLSchema" xmlns:p="http://schemas.microsoft.com/office/2006/metadata/properties" xmlns:ns2="2d79a2e6-4b5a-43c3-96e7-06c3e4c9dd39" targetNamespace="http://schemas.microsoft.com/office/2006/metadata/properties" ma:root="true" ma:fieldsID="9a3cfe78f7407991ed98701585640895" ns2:_="">
    <xsd:import namespace="2d79a2e6-4b5a-43c3-96e7-06c3e4c9dd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79a2e6-4b5a-43c3-96e7-06c3e4c9dd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5998FE-862F-47AB-869D-AF887EADED1A}"/>
</file>

<file path=customXml/itemProps2.xml><?xml version="1.0" encoding="utf-8"?>
<ds:datastoreItem xmlns:ds="http://schemas.openxmlformats.org/officeDocument/2006/customXml" ds:itemID="{8C0C3D30-ABFF-4440-855C-BB8EB43433E4}"/>
</file>

<file path=customXml/itemProps3.xml><?xml version="1.0" encoding="utf-8"?>
<ds:datastoreItem xmlns:ds="http://schemas.openxmlformats.org/officeDocument/2006/customXml" ds:itemID="{D1C45FE7-E4EF-4BF2-8367-4E1170500755}"/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70</Words>
  <Application>Microsoft Office PowerPoint</Application>
  <PresentationFormat>Předvádění na obrazovce (4:3)</PresentationFormat>
  <Paragraphs>24</Paragraphs>
  <Slides>18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1" baseType="lpstr">
      <vt:lpstr>Arial</vt:lpstr>
      <vt:lpstr>Calibri</vt:lpstr>
      <vt:lpstr>Motiv sady Office</vt:lpstr>
      <vt:lpstr>Základní stavební kameny digitálních obvodů</vt:lpstr>
      <vt:lpstr>Základní hradla</vt:lpstr>
      <vt:lpstr>AND a OR</vt:lpstr>
      <vt:lpstr>Polovodičové AND</vt:lpstr>
      <vt:lpstr>Polovodičové OR</vt:lpstr>
      <vt:lpstr>Polovodičové NOT</vt:lpstr>
      <vt:lpstr>Polovodičové NAND</vt:lpstr>
      <vt:lpstr>Univerzální hradlo NAND</vt:lpstr>
      <vt:lpstr>Hradlo XOR</vt:lpstr>
      <vt:lpstr>Kombinační obvody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Klopné obvody</vt:lpstr>
      <vt:lpstr>J-K klopný obvod</vt:lpstr>
      <vt:lpstr>Posuvný registr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Základní polovodičová hradla</dc:title>
  <dc:creator>Petr</dc:creator>
  <cp:lastModifiedBy>Uživatel systému Windows</cp:lastModifiedBy>
  <cp:revision>8</cp:revision>
  <dcterms:created xsi:type="dcterms:W3CDTF">2021-02-15T08:55:46Z</dcterms:created>
  <dcterms:modified xsi:type="dcterms:W3CDTF">2022-10-10T08:14:00Z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0x010100D7E5D222B10D8C4FBF9815C9FA89D243</vt:lpwstr>
  </property>
</Properties>
</file>